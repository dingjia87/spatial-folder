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098071192d49c1" /><Relationship Type="http://schemas.openxmlformats.org/officeDocument/2006/relationships/extended-properties" Target="/docProps/app.xml" Id="R578ebfdf856843ce" /><Relationship Type="http://schemas.openxmlformats.org/officeDocument/2006/relationships/officeDocument" Target="/ppt/presentation.xml" Id="R63413c11e53248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3742e24a334727"/>
  </p:sldMasterIdLst>
  <p:notesMasterIdLst>
    <p:notesMasterId xmlns:r="http://schemas.openxmlformats.org/officeDocument/2006/relationships" r:id="R8c7219bd6ef34fea"/>
  </p:notesMasterIdLst>
  <p:sldIdLst>
    <p:sldId xmlns:r="http://schemas.openxmlformats.org/officeDocument/2006/relationships" id="256" r:id="R5bfadf762c404f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86a9a72e6743a0" /><Relationship Type="http://schemas.openxmlformats.org/officeDocument/2006/relationships/slideMaster" Target="/ppt/slideMasters/slideMaster1.xml" Id="Rf53742e24a334727" /><Relationship Type="http://schemas.openxmlformats.org/officeDocument/2006/relationships/notesMaster" Target="/ppt/notesMasters/notesMaster1.xml" Id="R8c7219bd6ef34fea" /><Relationship Type="http://schemas.openxmlformats.org/officeDocument/2006/relationships/presProps" Target="/ppt/presProps.xml" Id="Rd2e3e2b730a14203" /><Relationship Type="http://schemas.openxmlformats.org/officeDocument/2006/relationships/tableStyles" Target="/ppt/tableStyles.xml" Id="R76013a3f9e0e4761" /><Relationship Type="http://schemas.openxmlformats.org/officeDocument/2006/relationships/slide" Target="/ppt/slides/slide1.xml" Id="R5bfadf762c404f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e704cece6f47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0b1c494b714d5c" /><Relationship Type="http://schemas.openxmlformats.org/officeDocument/2006/relationships/notesMaster" Target="/ppt/notesMasters/notesMaster1.xml" Id="Re2995dd5b79644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8bfa1678540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5f9a81be534af3" /><Relationship Type="http://schemas.openxmlformats.org/officeDocument/2006/relationships/slideLayout" Target="/ppt/slideLayouts/slideLayout1.xml" Id="Re1a3e0fa946448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a3e0fa946448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abf1b30c54150" /><Relationship Type="http://schemas.openxmlformats.org/officeDocument/2006/relationships/notesSlide" Target="/ppt/notesSlides/notesSlide1.xml" Id="R1d642ed7275243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324788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2026-07-14T03:27:14.2920000Z</dcterms:created>
  <dcterms:modified xsi:type="dcterms:W3CDTF">2026-07-14T03:27:14.2920000Z</dcterms:modified>
</coreProperties>
</file>